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731520"/>
            <a:ext cx="9448495" cy="5394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1005840"/>
            <a:ext cx="889985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 algn="ctr">
              <a:spcBef>
                <a:spcPts val="1200"/>
              </a:spcBef>
              <a:defRPr sz="4000" b="1">
                <a:solidFill>
                  <a:srgbClr val="FFFFFF"/>
                </a:solidFill>
                <a:latin typeface="Arial"/>
              </a:defRPr>
            </a:pPr>
            <a:r>
              <a:t>PlantPulse</a:t>
            </a:r>
          </a:p>
          <a:p>
            <a:pPr algn="ctr">
              <a:spcBef>
                <a:spcPts val="600"/>
              </a:spcBef>
              <a:defRPr sz="1800" b="1">
                <a:solidFill>
                  <a:srgbClr val="CBD5E1"/>
                </a:solidFill>
                <a:latin typeface="Arial"/>
              </a:defRPr>
            </a:pPr>
            <a:r>
              <a:t>Smart Industrial Asset &amp; Predictive Maintenance Platform</a:t>
            </a:r>
          </a:p>
          <a:p>
            <a:pPr algn="ctr">
              <a:spcBef>
                <a:spcPts val="400"/>
              </a:spcBef>
              <a:defRPr sz="1400" i="1">
                <a:solidFill>
                  <a:srgbClr val="00F2FE"/>
                </a:solidFill>
                <a:latin typeface="Arial"/>
              </a:defRPr>
            </a:pPr>
            <a:r>
              <a:t>(Monitor. Maintain. Predict.)</a:t>
            </a:r>
          </a:p>
          <a:p>
            <a:pPr algn="ctr">
              <a:spcBef>
                <a:spcPts val="16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____________________________________________________</a:t>
            </a:r>
          </a:p>
          <a:p>
            <a:pPr algn="ctr">
              <a:spcBef>
                <a:spcPts val="16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Tharun Pranav T</a:t>
            </a:r>
          </a:p>
          <a:p>
            <a:pPr algn="ctr">
              <a:spcBef>
                <a:spcPts val="400"/>
              </a:spcBef>
              <a:defRPr sz="1600" b="1">
                <a:solidFill>
                  <a:srgbClr val="00F2FE"/>
                </a:solidFill>
                <a:latin typeface="Arial"/>
              </a:defRPr>
            </a:pPr>
            <a:r>
              <a:t>24CS228</a:t>
            </a:r>
          </a:p>
          <a:p>
            <a:pPr algn="ctr"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Department of Computer Science and Engineering</a:t>
            </a:r>
          </a:p>
          <a:p>
            <a:pPr algn="ctr">
              <a:spcBef>
                <a:spcPts val="400"/>
              </a:spcBef>
              <a:defRPr sz="1500" b="1">
                <a:solidFill>
                  <a:srgbClr val="FFFFFF"/>
                </a:solidFill>
                <a:latin typeface="Arial"/>
              </a:defRPr>
            </a:pPr>
            <a:r>
              <a:t>KPR Institute of Engineering and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1. Project Overview &amp; Industrial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Industrial Background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Industry 4.0 smart manufacturing relies on continuous machinery visibility.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Capital-intensive equipment (5-Axis CNC Mills, Robotic Arms, Stamping Presses) operates under extreme thermal and mechanical stress.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Unplanned breakdowns result in thousands of dollars in lost hourly production.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Conventional plants rely on reactive 'break-fix' repairs or manual paper logbooks.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Core Problem Statement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Manual telemetry recording leads to unnoticed vibration and temperature spikes.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Paper work order dispatches get delayed, misallocated, or lost.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Unmonitored spare parts inventory leads to critical stockouts during repairs.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Existing software lacks role-aware navigation and suffers from severe dark/light theme flickering during user interaction.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2. Project Objectives &amp; UNSDG Alignment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Project Objectives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Develop a multi-role industrial platform supporting 4 distinct roles.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Implement Role-Based Access Control (RBAC) with route security guards.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Engineered a zero-flicker dual-theme design system (Dark &amp; Light) adhering to WCAG 2.1 AAA contrast.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Implement automated predictive telemetry health scoring algorithms.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Build a native PHP 8.x PDO REST API connected to MySQL Server 8.0.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UN Sustainable Development Goals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SDG 9: Industry, Innovation &amp; Infrastructure - Fosters resilient digital manufacturing infrastructure.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SDG 11: Sustainable Cities &amp; Communities - Reduces industrial waste through machine health optimization.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SDG 12: Responsible Consumption &amp; Production - Extends machine lifespans and optimizes spare parts utilization.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3. 3-Tier System Architecture &amp;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628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Architectural Layers &amp; Data Synchronization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Presentation Layer: Semantic HTML5, Vanilla CSS3 Design Tokens, ES6 JavaScript UI Controllers, and Chart.js 4.x visualizations.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Application API Layer: Central Event Bus (js/store.js), RBAC Guard (js/auth.js), and native PHP 8.x REST API endpoints (api/*.php).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Database Persistence Layer: Relational MySQL Server 8.0 database (plantpulse_db) with 9 normalized tables and foreign key constraints.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Hybrid Auto-Sync Engine: Automatically syncs frontend state with MySQL REST API when live, with seamless fallback to LocalStorage.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4. Technology Stack &amp; Academic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Stage 1 &amp; Stage 2 Tech Stack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Structure: Semantic HTML5 Layouts &amp; Validation Modals.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Styling: Vanilla CSS3 Tokens, Flexbox, CSS Grid, Glassmorphism.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Client Scripting: Vanilla ES6 JavaScript (No frameworks).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Backend API: Native PHP 8.x PDO Object-Oriented REST API.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Database: MySQL Server 8.0 (plantpulse_db) with 9 tables.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Academic Constraints Enforced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STRICT COMPLIANCE: React, Angular, Vue, Node.js, Express, MongoDB, Firebase, and PostgreSQL are NOT used.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PDO Prepared Statements: 100% protection against SQL Injection attacks.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Zero-Flicker Early Script: Head script prevents FOUC in Light mode.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Responsive Grid: Optimized for Desktop, Tablet, and Mobile devices.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5. Multi-Role Authentication Gateway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11480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749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Key Capabilities &amp; Details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Split-screen desktop gateway with industrial backdrop.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Supports 4 distinct roles: Plant Manager (Admin), Technician, Supervisor, and Inventory Manager.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Features quick-fill demo credentials chips for 1-click evaluation.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Includes live theme toggle, password eye visibility toggle, and loading button spinners.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325880"/>
            <a:ext cx="6430975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login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24809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6. Industrial Command Center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11480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749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Key Capabilities &amp; Details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Overview of manufacturing assets, fleet uptime %, active alerts, and open work order counts.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Real-time machine health telemetry overview cards.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Machine Health Trend line chart built with Chart.js.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Real-time activity audit feed with 10-second relative timestamp ticker ('Just now', '15 sec ago').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325880"/>
            <a:ext cx="6430975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adm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24809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7. Industrial Assets Directory &amp; Registration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11480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749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Key Capabilities &amp; Details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Comprehensive machine asset directory with health progress bars and status badges.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Telemetry status indicators tracking vibration (mm/s) and operating temperature (°C).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Interactive '+ Register New Asset' modal form with real-time validation.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Executes POST/PUT/DELETE requests synced directly to MySQL database.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325880"/>
            <a:ext cx="6430975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assets_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24809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8. Work Orders Kanban Lifecycle &amp; 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11480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749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Key Capabilities &amp; Details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Interactive Kanban board managing work orders across OPEN, ASSIGNED, IN PROGRESS, RESOLVED, and CLOSED status columns.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Technician assignment and supervisor dispatch workflow.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Technicians can mark work started, enter completion notes, and advance status.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Live sync with MySQL work_orders 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325880"/>
            <a:ext cx="6430975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workorders_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24809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9. Spare Parts Inventory &amp; Movement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11480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749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Key Capabilities &amp; Details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Spare parts catalog tracking stock levels, minimum safety thresholds, and unit costs.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Automated stock status indicators: NORMAL, LOW STOCK, and OUT OF STOCK.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Quick +20 Restock trigger and stock movement log tracking IN/OUT transactions.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Triggers automated low-stock telemetry alerts in alert center.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325880"/>
            <a:ext cx="6430975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spareparts_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24809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10. Real-Time Analytics &amp; Chart Visualizations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11480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749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Key Capabilities &amp; Details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Interactive Chart.js visual charts: Unplanned Downtime Bar Chart, Cost Distribution Doughnut Chart, and Machine Distribution Polar Area Chart.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Live period, unit, and machine type filter controls.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100% Theme-Adaptive: Grid lines, ticks, tooltips, and legends update dynamically on theme toggle.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325880"/>
            <a:ext cx="6430975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analytic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24809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11. Predictive Health Scoring &amp; Telemetry Alarms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11480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749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Key Capabilities &amp; Details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Central Alert Center highlighting CRITICAL, WARNING, and INFO telemetry alarms.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Mathematical health score degradation scoring analyzing vibration, temperature, and operating hours.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Interactive formula modal detailing machine degradation factors.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Mark-as-read status toggle synced with MySQL database.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325880"/>
            <a:ext cx="6430975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7_alert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24809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12. Zero-Flicker Dual-Theme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11480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3749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Key Capabilities &amp; Details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Centralized theme system (js/theme.js) managing Dark Slate and Clean Light modes.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Synchronous inline &lt;head&gt; script prevents Dark Mode flash during cross-page navigation or refresh.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High-contrast slate design tokens (--text-section-heading) meeting WCAG 2.1 AAA contrast rules.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Flyout tooltips for collapsed sidebar navigation.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325880"/>
            <a:ext cx="6430975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light_mod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17320"/>
            <a:ext cx="624809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13. Relational MySQL Database Schema (plantpulse_db)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9 Relational MySQL Tables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users: User accounts &amp; RBAC role keys.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assets: Machine records, health &amp; telemetry.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maintenance: Scheduled preventive &amp; corrective PM.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work_orders: Work order lifecycle &amp; assignments.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technicians: Technician directory &amp; workload.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spare_parts: Inventory quantities &amp; costs.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alerts: Telemetry alarms &amp; notifications.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activity_log: Audit trail of all plant actions.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stock_movements: IN/OUT stock transaction history.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Security &amp; Data Integrity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PDO Prepared Statements: Parameterized queries protect against 100% of SQL Injection attacks.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Referential Integrity: Primary Keys &amp; Foreign Keys with CASCADE / SET NULL rules.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Prepared Schema Script: plantpulse_schema.sql handles database setup &amp; seed data.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REST API Layer: api/*.php endpoints format clean JSON responses.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0728655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84048"/>
            <a:ext cx="10332720" cy="7315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000" b="1">
                <a:solidFill>
                  <a:srgbClr val="00F2FE"/>
                </a:solidFill>
                <a:latin typeface="Arial"/>
              </a:defRPr>
            </a:pPr>
            <a:r>
              <a:t>U21CS504 - WEB TECHNOLOGIES LABORATORY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14. Conclusion &amp; 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Project Achievements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Delivered full Stage 1 (Static Web App) &amp; Stage 2 (PHP + MySQL Backend) requirements.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Eliminated paper work order dispatch delays and reduced maintenance response times.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Achieved zero-flicker dual-theme stability and high-contrast accessibility.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Demonstrated real-time data flow between browser UI and MySQL Server 8.0.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325880"/>
            <a:ext cx="5120640" cy="5120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4754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  <a:latin typeface="Arial"/>
              </a:defRPr>
            </a:pPr>
            <a:r>
              <a:t>Future Scalability Roadmap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IoT Sensor Integration: Connect physical MQTT vibration and thermal sensors for live hardware feeds.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AI Deep Learning Models: Implement Python TensorFlow predictive failure forecasting.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Mobile App Companion: Build a mobile PWA companion for field maintenance technicians.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